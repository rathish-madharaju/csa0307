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31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logo_strip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20040"/>
            <a:ext cx="5669280" cy="8355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AND ENGINEERING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24734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CSA0307 - Data Structures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114800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340156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Dijkstra's Algorithm for Delivery Route Optimization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5840" y="4562856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Rathish </a:t>
            </a:r>
            <a:r>
              <a:rPr lang="en-US" sz="14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Madharaju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(192424071)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Shakthivel R (192524325)
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5486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Guide: Dr. K. Kiruthika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2104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simats_logo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2926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960120" y="1508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960120" y="2606040"/>
            <a:ext cx="7315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cities, warehouses, and delivery points as nodes with weighted edges (distance, time, fuel cost) in a graph.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Dijkstra's Algorithm to compute the shortest path from a central warehouse to multiple delivery points.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GUI with map-based input and animated display of the computed routes.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delivery time and fuel cost, and benchmark results against brute-force and greedy approaches.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real-time rerouting using dynamic traffic and weather data.</a:t>
            </a:r>
            <a:endParaRPr lang="en-US" sz="1600" dirty="0"/>
          </a:p>
        </p:txBody>
      </p:sp>
      <p:pic>
        <p:nvPicPr>
          <p:cNvPr id="9" name="Image 1" descr="/home/claude/dijkstra_ppt/watermark_rot.jpg">
            <a:extLst>
              <a:ext uri="{FF2B5EF4-FFF2-40B4-BE49-F238E27FC236}">
                <a16:creationId xmlns:a16="http://schemas.microsoft.com/office/drawing/2014/main" id="{9B303B93-A48A-FA64-1C02-DB3DBC0C2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2024"/>
            <a:ext cx="56692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simats_logo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2926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4" name="Image 1" descr="/home/claude/dijkstra_ppt/watermark_ro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2024"/>
            <a:ext cx="566928" cy="7223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1508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93133"/>
              </p:ext>
            </p:extLst>
          </p:nvPr>
        </p:nvGraphicFramePr>
        <p:xfrm>
          <a:off x="502920" y="2514600"/>
          <a:ext cx="8138160" cy="361188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of the 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/Techniques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 Optimization for Last-Mile Delivery using Dijkstra's 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4E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graph modeling, Dijkstra's algorithm, priority queue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Study of Dijkstra, Bellman-Ford and A* for Logistics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4E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algorithms, benchmarking, complexity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GIS-Based Route Optimization System for Fleet and Delivery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4E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GIS mapping, GPS integration, path visualization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Traffic-Aware Route Rescheduling for E-Commerce Deliveries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4E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graph weights, live traffic API, adaptive rerouting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simats_logo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2926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960120" y="1508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960120" y="2606040"/>
            <a:ext cx="7315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heuristic route planning rarely identifies the true shortest or fastest path across a large delivery network.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Sub-optimal routes increase fuel consumption, delivery time, and overall operating cost for logistics companies.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fixed in advance and cannot respond to changing traffic, weather, or road closures once dispatched.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systematic comparison between brute-force, greedy, and optimal (Dijkstra) routing strategies.</a:t>
            </a:r>
            <a:endParaRPr lang="en-US" sz="1600" dirty="0"/>
          </a:p>
        </p:txBody>
      </p:sp>
      <p:pic>
        <p:nvPicPr>
          <p:cNvPr id="9" name="Image 1" descr="/home/claude/dijkstra_ppt/watermark_rot.jpg">
            <a:extLst>
              <a:ext uri="{FF2B5EF4-FFF2-40B4-BE49-F238E27FC236}">
                <a16:creationId xmlns:a16="http://schemas.microsoft.com/office/drawing/2014/main" id="{95228F5C-E0D3-C4C4-AB07-D66AC38A4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2024"/>
            <a:ext cx="56692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simats_logo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2926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960120" y="1508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Objectives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960120" y="2417781"/>
            <a:ext cx="7315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weighted graph model of cities, roads, and delivery points, with the warehouse as the source node.</a:t>
            </a:r>
            <a:endParaRPr lang="en-US" sz="15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Dijkstra's Algorithm with a priority queue to compute shortest paths to every delivery point in one run.</a:t>
            </a:r>
            <a:endParaRPr lang="en-US" sz="15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GUI for map input with animated visualization of computed routes.</a:t>
            </a:r>
            <a:endParaRPr lang="en-US" sz="15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delivery time and fuel cost per route, and benchmark against brute-force and greedy approaches.</a:t>
            </a:r>
            <a:endParaRPr lang="en-US" sz="15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traffic and weather data to support real-time rerouting.</a:t>
            </a:r>
            <a:endParaRPr lang="en-US" sz="1550" dirty="0"/>
          </a:p>
        </p:txBody>
      </p:sp>
      <p:pic>
        <p:nvPicPr>
          <p:cNvPr id="9" name="Image 1" descr="/home/claude/dijkstra_ppt/watermark_rot.jpg">
            <a:extLst>
              <a:ext uri="{FF2B5EF4-FFF2-40B4-BE49-F238E27FC236}">
                <a16:creationId xmlns:a16="http://schemas.microsoft.com/office/drawing/2014/main" id="{E14D7C29-96DF-F95B-CF13-392CE859F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2024"/>
            <a:ext cx="56692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simats_logo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2926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960120" y="1042596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594360" y="2139876"/>
            <a:ext cx="2423160" cy="685800"/>
          </a:xfrm>
          <a:prstGeom prst="rect">
            <a:avLst/>
          </a:prstGeom>
          <a:solidFill>
            <a:srgbClr val="1F4E96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213987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Points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00400" y="2139876"/>
            <a:ext cx="2423160" cy="685800"/>
          </a:xfrm>
          <a:prstGeom prst="rect">
            <a:avLst/>
          </a:prstGeom>
          <a:solidFill>
            <a:srgbClr val="1F4E96"/>
          </a:solidFill>
          <a:ln/>
        </p:spPr>
      </p:sp>
      <p:sp>
        <p:nvSpPr>
          <p:cNvPr id="10" name="Text 6"/>
          <p:cNvSpPr/>
          <p:nvPr/>
        </p:nvSpPr>
        <p:spPr>
          <a:xfrm>
            <a:off x="3200400" y="213987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Network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806440" y="2139876"/>
            <a:ext cx="2423160" cy="685800"/>
          </a:xfrm>
          <a:prstGeom prst="rect">
            <a:avLst/>
          </a:prstGeom>
          <a:solidFill>
            <a:srgbClr val="1F4E96"/>
          </a:solidFill>
          <a:ln/>
        </p:spPr>
      </p:sp>
      <p:sp>
        <p:nvSpPr>
          <p:cNvPr id="12" name="Text 8"/>
          <p:cNvSpPr/>
          <p:nvPr/>
        </p:nvSpPr>
        <p:spPr>
          <a:xfrm>
            <a:off x="5806440" y="2139876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&amp;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931920" y="2853108"/>
            <a:ext cx="274320" cy="256032"/>
          </a:xfrm>
          <a:prstGeom prst="downArrow">
            <a:avLst/>
          </a:prstGeom>
          <a:solidFill>
            <a:srgbClr val="1F4E96"/>
          </a:solidFill>
          <a:ln/>
        </p:spPr>
      </p:sp>
      <p:sp>
        <p:nvSpPr>
          <p:cNvPr id="14" name="Shape 10"/>
          <p:cNvSpPr/>
          <p:nvPr/>
        </p:nvSpPr>
        <p:spPr>
          <a:xfrm>
            <a:off x="594360" y="3209724"/>
            <a:ext cx="4709160" cy="9601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28287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Dijkstra's Shortest Path Engine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77240" y="36120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Weighted-graph build, priority-queue shortest path, cost/brute-force/greedy comparison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0" y="3209724"/>
            <a:ext cx="3063240" cy="96012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8" name="Text 14"/>
          <p:cNvSpPr/>
          <p:nvPr/>
        </p:nvSpPr>
        <p:spPr>
          <a:xfrm>
            <a:off x="5669280" y="32828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Rerouting Module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669280" y="36120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affected routes as conditions change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520440" y="4215564"/>
            <a:ext cx="274320" cy="256032"/>
          </a:xfrm>
          <a:prstGeom prst="downArrow">
            <a:avLst/>
          </a:prstGeom>
          <a:solidFill>
            <a:srgbClr val="1F4E96"/>
          </a:solidFill>
          <a:ln/>
        </p:spPr>
      </p:sp>
      <p:sp>
        <p:nvSpPr>
          <p:cNvPr id="21" name="Shape 17"/>
          <p:cNvSpPr/>
          <p:nvPr/>
        </p:nvSpPr>
        <p:spPr>
          <a:xfrm>
            <a:off x="594360" y="4627044"/>
            <a:ext cx="2423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" y="462704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GUI &amp;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Map Routes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200400" y="4627044"/>
            <a:ext cx="2423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0" y="462704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&amp;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 Estimates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806440" y="4627044"/>
            <a:ext cx="2423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9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806440" y="4627044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Report</a:t>
            </a:r>
            <a:endParaRPr lang="en-US" sz="1000" dirty="0"/>
          </a:p>
        </p:txBody>
      </p:sp>
      <p:pic>
        <p:nvPicPr>
          <p:cNvPr id="28" name="Image 1" descr="/home/claude/dijkstra_ppt/watermark_rot.jpg">
            <a:extLst>
              <a:ext uri="{FF2B5EF4-FFF2-40B4-BE49-F238E27FC236}">
                <a16:creationId xmlns:a16="http://schemas.microsoft.com/office/drawing/2014/main" id="{B8455F12-8F0A-8865-94D4-32F4C5E08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2024"/>
            <a:ext cx="56692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simats_logo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2926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960120" y="1508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960120" y="2542032"/>
            <a:ext cx="292608" cy="292608"/>
          </a:xfrm>
          <a:prstGeom prst="ellipse">
            <a:avLst/>
          </a:prstGeom>
          <a:solidFill>
            <a:srgbClr val="1F4E96"/>
          </a:solidFill>
          <a:ln/>
        </p:spPr>
      </p:sp>
      <p:sp>
        <p:nvSpPr>
          <p:cNvPr id="8" name="Text 4"/>
          <p:cNvSpPr/>
          <p:nvPr/>
        </p:nvSpPr>
        <p:spPr>
          <a:xfrm>
            <a:off x="96012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417320" y="249631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Graph Modeling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160520" y="249631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warehouse, delivery points, and roads as a weighted graph.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60120" y="3236976"/>
            <a:ext cx="292608" cy="292608"/>
          </a:xfrm>
          <a:prstGeom prst="ellipse">
            <a:avLst/>
          </a:prstGeom>
          <a:solidFill>
            <a:srgbClr val="1F4E96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417320" y="319125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Shortest Path Computation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160520" y="319125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Dijkstra's Algorithm with a priority queue to find the shortest path to every delivery node.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60120" y="3931920"/>
            <a:ext cx="292608" cy="292608"/>
          </a:xfrm>
          <a:prstGeom prst="ellipse">
            <a:avLst/>
          </a:prstGeom>
          <a:solidFill>
            <a:srgbClr val="1F4E96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417320" y="38862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Map Visualization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160520" y="388620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graph and animate the computed optimal route on an interactive map.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60120" y="4626864"/>
            <a:ext cx="292608" cy="292608"/>
          </a:xfrm>
          <a:prstGeom prst="ellipse">
            <a:avLst/>
          </a:prstGeom>
          <a:solidFill>
            <a:srgbClr val="1F4E96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417320" y="45811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Time Estimation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160520" y="458114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path distance into estimated delivery time and fuel cost.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60120" y="5321808"/>
            <a:ext cx="292608" cy="292608"/>
          </a:xfrm>
          <a:prstGeom prst="ellipse">
            <a:avLst/>
          </a:prstGeom>
          <a:solidFill>
            <a:srgbClr val="1F4E96"/>
          </a:solidFill>
          <a:ln/>
        </p:spPr>
      </p:sp>
      <p:sp>
        <p:nvSpPr>
          <p:cNvPr id="24" name="Text 20"/>
          <p:cNvSpPr/>
          <p:nvPr/>
        </p:nvSpPr>
        <p:spPr>
          <a:xfrm>
            <a:off x="960120" y="5321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417320" y="527608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Benchmarking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160520" y="52760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Dijkstra's output with brute-force and greedy algorithms.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60120" y="6016752"/>
            <a:ext cx="292608" cy="292608"/>
          </a:xfrm>
          <a:prstGeom prst="ellipse">
            <a:avLst/>
          </a:prstGeom>
          <a:solidFill>
            <a:srgbClr val="1F4E96"/>
          </a:solidFill>
          <a:ln/>
        </p:spPr>
      </p:sp>
      <p:sp>
        <p:nvSpPr>
          <p:cNvPr id="28" name="Text 24"/>
          <p:cNvSpPr/>
          <p:nvPr/>
        </p:nvSpPr>
        <p:spPr>
          <a:xfrm>
            <a:off x="960120" y="6016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417320" y="597103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Rerouting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160520" y="597103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edge weights from live traffic/weather data and recompute routes in real time.</a:t>
            </a:r>
            <a:endParaRPr lang="en-US" sz="1050" dirty="0"/>
          </a:p>
        </p:txBody>
      </p:sp>
      <p:pic>
        <p:nvPicPr>
          <p:cNvPr id="32" name="Image 1" descr="/home/claude/dijkstra_ppt/watermark_rot.jpg">
            <a:extLst>
              <a:ext uri="{FF2B5EF4-FFF2-40B4-BE49-F238E27FC236}">
                <a16:creationId xmlns:a16="http://schemas.microsoft.com/office/drawing/2014/main" id="{A99324A0-206C-EE41-04E1-93744D28E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2024"/>
            <a:ext cx="56692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simats_logo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2926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960120" y="1015705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502920" y="2021545"/>
            <a:ext cx="1874520" cy="3383280"/>
          </a:xfrm>
          <a:prstGeom prst="rect">
            <a:avLst/>
          </a:prstGeom>
          <a:solidFill>
            <a:srgbClr val="1F4E96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2204425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09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40080" y="2707345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Industry, Innovation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Infrastructure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3713185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algorithmic innovation to modernize logistics infrastructure.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42032" y="2021545"/>
            <a:ext cx="1874520" cy="33832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2" name="Text 8"/>
          <p:cNvSpPr/>
          <p:nvPr/>
        </p:nvSpPr>
        <p:spPr>
          <a:xfrm>
            <a:off x="2679192" y="2204425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679192" y="2707345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Cities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Communities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679192" y="3713185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routing reduces urban traffic congestion.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81144" y="2021545"/>
            <a:ext cx="1874520" cy="338328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6" name="Text 12"/>
          <p:cNvSpPr/>
          <p:nvPr/>
        </p:nvSpPr>
        <p:spPr>
          <a:xfrm>
            <a:off x="4718304" y="2204425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18304" y="2707345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Consumption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Production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718304" y="3713185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routing minimizes fuel usage and waste.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620256" y="2021545"/>
            <a:ext cx="1874520" cy="3383280"/>
          </a:xfrm>
          <a:prstGeom prst="rect">
            <a:avLst/>
          </a:prstGeom>
          <a:solidFill>
            <a:srgbClr val="3C7A3C"/>
          </a:solidFill>
          <a:ln/>
        </p:spPr>
      </p:sp>
      <p:sp>
        <p:nvSpPr>
          <p:cNvPr id="20" name="Text 16"/>
          <p:cNvSpPr/>
          <p:nvPr/>
        </p:nvSpPr>
        <p:spPr>
          <a:xfrm>
            <a:off x="6757416" y="2204425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757416" y="2707345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Action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757416" y="3713185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use from optimized routes reduces carbon emissions.</a:t>
            </a:r>
            <a:endParaRPr lang="en-US" sz="950" dirty="0"/>
          </a:p>
        </p:txBody>
      </p:sp>
      <p:pic>
        <p:nvPicPr>
          <p:cNvPr id="24" name="Image 1" descr="/home/claude/dijkstra_ppt/watermark_rot.jpg">
            <a:extLst>
              <a:ext uri="{FF2B5EF4-FFF2-40B4-BE49-F238E27FC236}">
                <a16:creationId xmlns:a16="http://schemas.microsoft.com/office/drawing/2014/main" id="{7C4BC77F-B971-31B6-4634-E35132323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2024"/>
            <a:ext cx="566928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ijkstra_ppt/simats_logo_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56692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2926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960120" y="997771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F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960120" y="2095051"/>
            <a:ext cx="7315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reliably computes the shortest, most cost-efficient delivery paths from a warehouse to multiple destinations.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and animated route display make optimized paths easy to interpret for dispatch teams.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against brute-force and greedy methods confirms Dijkstra's balance of accuracy and efficiency.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and weather integration enables adaptive rerouting under changing conditions.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applies directly to e-commerce, postal services, and food delivery.</a:t>
            </a:r>
            <a:endParaRPr lang="en-US" sz="1500" dirty="0"/>
          </a:p>
        </p:txBody>
      </p:sp>
      <p:pic>
        <p:nvPicPr>
          <p:cNvPr id="9" name="Image 1" descr="/home/claude/dijkstra_ppt/watermark_rot.jpg">
            <a:extLst>
              <a:ext uri="{FF2B5EF4-FFF2-40B4-BE49-F238E27FC236}">
                <a16:creationId xmlns:a16="http://schemas.microsoft.com/office/drawing/2014/main" id="{A2AA5C7C-1B1F-31AE-5414-E20681FDF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192024"/>
            <a:ext cx="566928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689</Words>
  <Application>Microsoft Office PowerPoint</Application>
  <PresentationFormat>On-screen Show (4:3)</PresentationFormat>
  <Paragraphs>124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Shakthivel R</cp:lastModifiedBy>
  <cp:revision>3</cp:revision>
  <dcterms:created xsi:type="dcterms:W3CDTF">2026-07-19T16:55:58Z</dcterms:created>
  <dcterms:modified xsi:type="dcterms:W3CDTF">2026-07-20T05:07:54Z</dcterms:modified>
</cp:coreProperties>
</file>